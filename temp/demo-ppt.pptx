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OpenClaw 文件管理能力演示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+ Dropbox 集成</a:t>
            </a:r>
          </a:p>
          <a:p>
            <a:r>
              <a:t>Generated by 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PPTX 技能</a:t>
            </a:r>
          </a:p>
          <a:p>
            <a:pPr lvl="1"/>
            <a:r>
              <a:t>专业 PPT 生成</a:t>
            </a:r>
          </a:p>
          <a:p>
            <a:pPr lvl="1"/>
            <a:r>
              <a:t>支持多种布局</a:t>
            </a:r>
          </a:p>
          <a:p>
            <a:pPr lvl="1"/>
            <a:r>
              <a:t>图表和表格支持</a:t>
            </a:r>
          </a:p>
          <a:p>
            <a:pPr lvl="1"/>
            <a:r>
              <a:t>模板自动化</a:t>
            </a:r>
          </a:p>
          <a:p/>
          <a:p>
            <a:pPr/>
            <a:r>
              <a:t>Dropbox 集成</a:t>
            </a:r>
          </a:p>
          <a:p>
            <a:pPr lvl="1"/>
            <a:r>
              <a:t>云端文件存储</a:t>
            </a:r>
          </a:p>
          <a:p>
            <a:pPr lvl="1"/>
            <a:r>
              <a:t>安全分享链接</a:t>
            </a:r>
          </a:p>
          <a:p>
            <a:pPr lvl="1"/>
            <a:r>
              <a:t>大文件传输（2GB+）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场景 1：制作演示文稿</a:t>
            </a:r>
          </a:p>
          <a:p>
            <a:pPr lvl="1"/>
            <a:r>
              <a:t>你提供主题 → 我生成 PPT → 本地获取或上传 Dropbox</a:t>
            </a:r>
          </a:p>
          <a:p/>
          <a:p>
            <a:pPr/>
            <a:r>
              <a:t>场景 2：文件传输</a:t>
            </a:r>
          </a:p>
          <a:p>
            <a:pPr lvl="1"/>
            <a:r>
              <a:t>上传文件给我 → 我处理 → 上传 Dropbox → 返回分享链接</a:t>
            </a:r>
          </a:p>
          <a:p/>
          <a:p>
            <a:pPr/>
            <a:r>
              <a:t>场景 3：批量处理</a:t>
            </a:r>
          </a:p>
          <a:p>
            <a:pPr lvl="1"/>
            <a:r>
              <a:t>多个文件 → 统一处理 → 批量上传 → 生成索引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现在开始使用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告诉我 PPT 主题和内容</a:t>
            </a:r>
          </a:p>
          <a:p>
            <a:pPr lvl="1"/>
            <a:r>
              <a:t>我会生成专业幻灯片</a:t>
            </a:r>
          </a:p>
          <a:p/>
          <a:p>
            <a:pPr/>
            <a:r>
              <a:t>2. 配置 Dropbox（可选）</a:t>
            </a:r>
          </a:p>
          <a:p>
            <a:pPr lvl="1"/>
            <a:r>
              <a:t>按照 docs/dropbox-setup.md 配置</a:t>
            </a:r>
          </a:p>
          <a:p>
            <a:pPr lvl="1"/>
            <a:r>
              <a:t>获取云端存储和分享能力</a:t>
            </a:r>
          </a:p>
          <a:p/>
          <a:p>
            <a:pPr/>
            <a:r>
              <a:t>3. 开始使用！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