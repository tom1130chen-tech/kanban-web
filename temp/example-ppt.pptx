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开场问题，引发思考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时代的人类认知重构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Chat | 4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如何重新定义人类智能？</a:t>
            </a:r>
          </a:p>
          <a:p>
            <a:pPr>
              <a:defRPr sz="1800"/>
            </a:pPr>
            <a:r>
              <a:t>教育的目标需要如何改变？</a:t>
            </a:r>
          </a:p>
          <a:p>
            <a:pPr>
              <a:defRPr sz="1800"/>
            </a:pPr>
            <a:r>
              <a:t>创造力的边界在哪里？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智能的边界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传统智能定义面临挑战</a:t>
            </a:r>
          </a:p>
          <a:p>
            <a:pPr>
              <a:defRPr sz="1800"/>
            </a:pPr>
            <a:r>
              <a:t>机器智能的优势领域</a:t>
            </a:r>
          </a:p>
          <a:p>
            <a:pPr>
              <a:defRPr sz="1800"/>
            </a:pPr>
            <a:r>
              <a:t>人类智能的独特价值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教育重构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从知识传授到能力培养</a:t>
            </a:r>
          </a:p>
          <a:p>
            <a:pPr>
              <a:defRPr sz="1800"/>
            </a:pPr>
            <a:r>
              <a:t>批判性思维的重要性</a:t>
            </a:r>
          </a:p>
          <a:p>
            <a:pPr>
              <a:defRPr sz="1800"/>
            </a:pPr>
            <a:r>
              <a:t>终身学习成为必需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拥抱变化，保持学习</a:t>
            </a:r>
          </a:p>
          <a:p>
            <a:pPr>
              <a:defRPr sz="1800"/>
            </a:pPr>
            <a:r>
              <a:t>人机协作是未来</a:t>
            </a:r>
          </a:p>
          <a:p>
            <a:pPr>
              <a:defRPr sz="1800"/>
            </a:pPr>
            <a:r>
              <a:t>人类价值在于创造力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